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5400" b="1">
                <a:solidFill>
                  <a:srgbClr val="FAF7F0"/>
                </a:solidFill>
              </a:rPr>
              <a:t>Collecting Season 2026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9FB6C0"/>
                </a:solidFill>
              </a:rPr>
              <a:t>Display planning for the Snoopy HQ shelves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9FB6C0"/>
                </a:solidFill>
              </a:rPr>
              <a:t>Demonstration deck — sample content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800" b="1">
                <a:solidFill>
                  <a:srgbClr val="10203A"/>
                </a:solidFill>
              </a:rPr>
              <a:t>What readers ask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10203A"/>
                </a:solidFill>
              </a:rPr>
              <a:t>•   Condition notes before price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0203A"/>
                </a:solidFill>
              </a:rPr>
              <a:t>•   Provenance, even when it is incomplete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0203A"/>
                </a:solidFill>
              </a:rPr>
              <a:t>•   Photographs at shelf height, not studio height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0203A"/>
                </a:solidFill>
              </a:rPr>
              <a:t>•   A clear count of what is on display versus stored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10203A"/>
                </a:solidFill>
              </a:rPr>
              <a:t>•   One detail frame that dates the object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600" b="1">
                <a:solidFill>
                  <a:srgbClr val="1C6E8C"/>
                </a:solidFill>
              </a:rPr>
              <a:t>Display rotation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8686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  <a:gridCol w="2171700"/>
                <a:gridCol w="2171700"/>
              </a:tblGrid>
              <a:tr h="621792">
                <a:tc>
                  <a:txBody>
                    <a:bodyPr/>
                    <a:lstStyle/>
                    <a:p>
                      <a:r>
                        <a:rPr sz="2000"/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Shelf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Paper and prints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A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Tinware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B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Ceramics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C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200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Winter plush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FAF7F0"/>
                </a:solidFill>
              </a:rPr>
              <a:t>“Catalogue first, decorate second.”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9FB6C0"/>
                </a:solidFill>
              </a:rPr>
              <a:t>Studio principle, adopted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03A"/>
                </a:solidFill>
              </a:rPr>
              <a:t>Storage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10203A"/>
                </a:solidFill>
              </a:rPr>
              <a:t>Flat, dark, 45–55% relative humidity. Rotate displayed items every eight weeks so no piece carries a whole season of light.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6400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10203A"/>
                </a:solidFill>
              </a:rPr>
              <a:t>Cleaning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10203A"/>
                </a:solidFill>
              </a:rPr>
              <a:t>Dry dust first, always. A soft brush lifts more than a cloth. Water never touches printed tin.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FAF7F0"/>
                </a:solidFill>
              </a:rPr>
              <a:t>Next: photograph the Q1 shelf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9FB6C0"/>
                </a:solidFill>
              </a:rPr>
              <a:t>Field notes attached to this article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